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E0D8A2-6AA6-D546-CD59-21EF8E1A4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42E18C2-BF81-7CA2-5475-46BCCEDEF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7FE5CCA-7276-8B13-EDD4-63912F82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348A324-EC3F-0D92-DF4F-337B9308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BC9DB-D5D9-1B4A-874A-1D7BE4F1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768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F63C79-2AD4-3A68-2BCE-36EF9188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7AE1FA-D446-EA32-869A-65E017D90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8B5F1B5-7C3E-44A7-E434-D16B93D0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8692C5B-A6C2-4A70-CBA2-EA45C993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22CA62D-BE87-9375-389A-AEFF7D2F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17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E4838D-9775-8611-352A-EAA4E521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4212480-AC08-FA2A-2887-0B10BD24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4E58FE-FA19-0FE9-13D0-53EA131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E8AB04-DDB5-4593-BE4A-7B84ADD6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23D276E-9B60-BCEA-EBAA-F57E8AAA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074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9C14EC-CC95-0B38-D416-B0454586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788D2E7-5F85-B52D-4DE1-7F47143DC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B2A0C6C-3E6C-7CE6-875B-5AF47951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FC9EAF1-A639-00E5-E1A4-C521DD84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C8417F9-8191-0B97-004B-F742C564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F3D5DE8-2CC9-A29F-396B-AFBFEB66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362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A8D38F-395B-7EDA-3726-82BF6DF7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3D65D4-9B2E-234C-0FAC-CBF9EB13E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D00BED9-34D9-6B27-365F-200920303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1D84ABF-0D72-92B9-1324-7EDC833F4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5D1DBD2-2A4B-0FD3-89E8-140D49142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E8912E0-3538-CDBF-03EB-C279D635B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C8D5D32-AB1F-3EC7-CF00-CDA85E5C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F33C656-18D1-BE8A-C184-233C55D4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105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FF3EB3-2086-DB7B-9E1D-87670A52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5494603-355F-83C0-B6AE-A5C2CD74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010759B-E434-FB47-3B6A-B33ED785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EC500D0-9BBA-D3DF-F2DE-76754D1C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206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56B3B70-315E-D583-2E9A-C06893F3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BF19CC4-35DB-F68A-0AEA-4C81C952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7C471B9-C8F5-89D2-08A0-B4E07B4A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161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EB2B2C-2B11-D3CB-4AE3-ABE68EBF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68FE8A-37F0-517D-43D7-57C98D15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C06AA25-59CC-3E2A-E7C4-FDBAF9C45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572491B-2425-664D-28B4-C26D8CFA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1CDD835-9272-7013-77B6-F1B614D3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AB9D6F6-DD7E-E9A2-1D67-26AF6602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350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6CD284-C19C-CD6B-E7D2-DFC20000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DE68B76-7E29-6E30-579A-3FF1FD7CA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934E9BA-3C98-F08A-A7D6-513D2C731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373AEF7-3257-B80E-CDA5-224FBC56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5F919C0-DB94-B32A-2146-7AD18FD8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BE58E49-8DF0-6EED-33EE-D47ABF26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193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1B9430-DF57-D9A5-1A04-184C0850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E636E50-D36E-21E5-440C-5B8570DF4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E82E56D-14D3-0983-500E-1144FA36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90D176-CFE3-FC67-025C-3C8426FA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E08CB66-F8E5-0B0B-C65D-1CB3FD7B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377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96E6306-73A0-5205-0D92-E6620C4E2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BD5A479-7998-4383-4A45-97F78355C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37AB3E-DEA3-9DA7-7F63-68AC0750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1ADA645-22FC-D184-DAFB-D61A9B55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E74356-BA72-0DA3-3743-4E3A1B6D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302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E97508C-8C90-82B4-A5F3-F04B8811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B68FC0C-9CE7-C25B-BAD2-DEB5DA17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9D3B67-F9A6-CB49-F392-6ECC9FCA2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CCCE7-6E5B-4AF7-8D3F-E2709C74FA64}" type="datetimeFigureOut">
              <a:rPr lang="tr-TR" smtClean="0"/>
              <a:t>15.10.2025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725367-3ED8-B658-7CC8-D12DC70C9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C0392F-ADA5-2617-4314-D870697F0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EEBA-5CC4-4C2C-86A7-88CFC28CF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468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0B9A2B-C2DE-EFE0-7BA0-BADC74808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91381"/>
            <a:ext cx="12192000" cy="2418582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ARAŞTIRMA YÖNTEM VE TEKNİKLERİ </a:t>
            </a:r>
            <a:br>
              <a:rPr lang="tr-T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 KONUSU ÖNERİSİ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313FE2F-6C9B-3A0A-D464-22D70EB95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6864"/>
            <a:ext cx="9144000" cy="970935"/>
          </a:xfrm>
        </p:spPr>
        <p:txBody>
          <a:bodyPr>
            <a:normAutofit/>
          </a:bodyPr>
          <a:lstStyle/>
          <a:p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MUSTAFA ERAYDIN</a:t>
            </a:r>
          </a:p>
        </p:txBody>
      </p:sp>
    </p:spTree>
    <p:extLst>
      <p:ext uri="{BB962C8B-B14F-4D97-AF65-F5344CB8AC3E}">
        <p14:creationId xmlns:p14="http://schemas.microsoft.com/office/powerpoint/2010/main" val="240959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046DCE-18D0-D036-B9BE-776DA0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BENİM PROJE ÖNERİM: «aracpedi.com sitesi»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9C893F-1E4C-8D5F-6B7C-DE82E29C6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Günlük hayatımızda önemli yer tutan özel ya da toplu taşıma araçları hakkında bir ansiklopedi gibi teknik bilgi edinme sitesi kurmak.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sayede hemen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hergün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gördüğümüz ve kullandığımız araçlar hakkında teknik bilgi edinebileceğiz.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adını Wikipedia veya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Sithpedi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ansiklopedik site adı uzantısından ilham alarak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Aracpedi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olmasına karar verdim.</a:t>
            </a:r>
          </a:p>
        </p:txBody>
      </p:sp>
    </p:spTree>
    <p:extLst>
      <p:ext uri="{BB962C8B-B14F-4D97-AF65-F5344CB8AC3E}">
        <p14:creationId xmlns:p14="http://schemas.microsoft.com/office/powerpoint/2010/main" val="51585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3C6392-EC6E-B237-6DDC-B9BCFB71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Projenin Gerçekleşmesi İçin Gerekli Kısımlar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57146AF-BFC1-4381-08A4-721CD7CA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Gerekli teknik bilgilerin araştırılması</a:t>
            </a:r>
          </a:p>
          <a:p>
            <a:r>
              <a:rPr lang="tr-TR" dirty="0"/>
              <a:t>Projenin gidişatı hakkında 2 hafta bir sunum hazırlanması</a:t>
            </a:r>
          </a:p>
          <a:p>
            <a:r>
              <a:rPr lang="tr-TR" dirty="0"/>
              <a:t>Sunumun sınıfta sunulması</a:t>
            </a:r>
          </a:p>
          <a:p>
            <a:r>
              <a:rPr lang="tr-TR" dirty="0"/>
              <a:t>Oluşturulacak sitenin genel görümüne karar verilmesi</a:t>
            </a:r>
          </a:p>
          <a:p>
            <a:r>
              <a:rPr lang="tr-TR" dirty="0"/>
              <a:t>Sitenin şablon olarak oluşturulması</a:t>
            </a:r>
          </a:p>
          <a:p>
            <a:r>
              <a:rPr lang="tr-TR" dirty="0"/>
              <a:t>Teknik bilgilerin siteye işlenmesi</a:t>
            </a:r>
          </a:p>
          <a:p>
            <a:r>
              <a:rPr lang="tr-TR" dirty="0"/>
              <a:t>Projenin hazır hale getirilmesi</a:t>
            </a:r>
          </a:p>
          <a:p>
            <a:r>
              <a:rPr lang="tr-TR" dirty="0"/>
              <a:t>Proje hakkında rapor hazırlanıp sunulması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5495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115</Words>
  <Application>Microsoft Office PowerPoint</Application>
  <PresentationFormat>Geniş ekran</PresentationFormat>
  <Paragraphs>15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Teması</vt:lpstr>
      <vt:lpstr>ARAŞTIRMA YÖNTEM VE TEKNİKLERİ  PROJE KONUSU ÖNERİSİ</vt:lpstr>
      <vt:lpstr>BENİM PROJE ÖNERİM: «aracpedi.com sitesi»</vt:lpstr>
      <vt:lpstr>Bu Projenin Gerçekleşmesi İçin Gerekli Kısımlar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VICTUS</dc:creator>
  <cp:lastModifiedBy>VICTUS</cp:lastModifiedBy>
  <cp:revision>1</cp:revision>
  <dcterms:created xsi:type="dcterms:W3CDTF">2025-10-15T12:19:05Z</dcterms:created>
  <dcterms:modified xsi:type="dcterms:W3CDTF">2025-10-15T12:46:49Z</dcterms:modified>
</cp:coreProperties>
</file>